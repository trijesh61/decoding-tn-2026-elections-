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22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arget="slides/slide13.xml" Type="http://schemas.openxmlformats.org/officeDocument/2006/relationships/slide"/>  <Relationship Id="rId15" Target="slides/slide14.xml" Type="http://schemas.openxmlformats.org/officeDocument/2006/relationships/slide"/>  <Relationship Id="rId16" Target="slides/slide15.xml" Type="http://schemas.openxmlformats.org/officeDocument/2006/relationships/slide"/>  <Relationship Id="rId17" Target="slides/slide16.xml" Type="http://schemas.openxmlformats.org/officeDocument/2006/relationships/slide"/>  <Relationship Id="rId18" Type="http://schemas.openxmlformats.org/officeDocument/2006/relationships/presProps" Target="presProps.xml"/>  <Relationship Id="rId19" Type="http://schemas.openxmlformats.org/officeDocument/2006/relationships/viewProps" Target="viewProps.xml"/>  <Relationship Id="rId20" Type="http://schemas.openxmlformats.org/officeDocument/2006/relationships/theme" Target="theme/theme1.xml"/>  <Relationship Id="rId21" Type="http://schemas.openxmlformats.org/officeDocument/2006/relationships/tableStyles" Target="tableStyles.xml"/>  <Relationship Id="rId22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
<Relationships xmlns="http://schemas.openxmlformats.org/package/2006/relationships"><Relationship Id="rId1" Target="../media/image1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
<Relationships xmlns="http://schemas.openxmlformats.org/package/2006/relationships"><Relationship Id="rId1" Target="../media/image1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
<Relationships xmlns="http://schemas.openxmlformats.org/package/2006/relationships"><Relationship Id="rId1" Target="../media/image1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
<Relationships xmlns="http://schemas.openxmlformats.org/package/2006/relationships"><Relationship Id="rId1" Target="../media/image1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6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7acdf64-6ca8-43a0-8923-9db41bad87d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c911cb0-26ca-41e8-bf03-75163a044bc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e7cc269-203c-460e-a81b-81d610eb68b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52e71ac-3a40-4fd4-bd95-08437a792d7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b1b3290-85b3-4940-9fda-182afe53d03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240ff88-3c75-411c-bb78-f29cd7e4415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51f5a14-d7f6-4578-83cc-ae4708caf62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308893c-d0fe-41ce-9628-0cb40653c7c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f043c88-165e-45a5-95cb-7aa693caf12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e01c1b5-6e2c-4e65-8c6e-ef606eb9ba4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ec5402a-6f7c-4780-a33b-cd3150e9223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1aa85bc-bf25-400e-ba08-660377e6dcc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97323e7-e4ac-45e9-a702-5320e7a6ede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f37257c-1167-4164-82cd-e7fb8c7030d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7b86bc9-02d5-4bd8-8c98-59ba01c1293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2f56899-8f94-4488-8d1f-42d356f151a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2026-06-06T09:56:14.750Z</dcterms:created>
  <dcterms:modified xsi:type="dcterms:W3CDTF">2026-06-06T09:56:14.750Z</dcterms:modified>
</cp:coreProperties>
</file>